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2636614"/>
            <a:ext cx="6536051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ENCS4320 APPLIED CRYPTOGRAPHY — FINAL PROJECT (TERM 1253)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731" y="3037892"/>
            <a:ext cx="3547183" cy="772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BFBF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SecureVault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731" y="3936878"/>
            <a:ext cx="6444074" cy="309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7E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client/server system where the server never reads your documents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31" y="6238296"/>
            <a:ext cx="3818189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Abd-Alrahman Naser · Mohammad Zaid · Khalid Omari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1"/>
            <a:ext cx="10883447" cy="46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scenario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31" y="1504860"/>
            <a:ext cx="10883447" cy="311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Layla creates an account and uploads a document. The server stores it but cannot read a single word of it.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731" y="1917529"/>
            <a:ext cx="10883447" cy="596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She shares it with Omar, who has never met her online before. He downloads it, and his client tells him two things: the file is intact, and it genuinely came from Layla.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731" y="2615919"/>
            <a:ext cx="10883447" cy="596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attacker who controls the network flips a byte, changes the file name, or replays yesterday's upload — and is rejected every time.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731" y="6238297"/>
            <a:ext cx="3505268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this story holds under attack, the system works.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6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Threat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06" y="1482646"/>
            <a:ext cx="3380390" cy="3914268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889" y="1713630"/>
            <a:ext cx="3005975" cy="269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6889" y="2046305"/>
            <a:ext cx="3005975" cy="482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Honest machines. The password never leaves the client.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05762" y="1482646"/>
            <a:ext cx="3380390" cy="3914268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6746" y="1713630"/>
            <a:ext cx="3005975" cy="269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server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6746" y="2046305"/>
            <a:ext cx="3005975" cy="482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Honest-but-curious. Its whole database can leak — we design as if it already has.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95620" y="1482646"/>
            <a:ext cx="3380390" cy="3914268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6603" y="1713630"/>
            <a:ext cx="3005975" cy="269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attacker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6603" y="2046305"/>
            <a:ext cx="3005975" cy="482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network control: read, modify, drop, replay, register accounts.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731" y="5628683"/>
            <a:ext cx="10883447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 of scope: client-side malware, coercion, traffic analysis, denial of service.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6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41685" y="2686701"/>
            <a:ext cx="2019257" cy="1257219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2F5A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39203" y="3155277"/>
            <a:ext cx="675021" cy="34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</a:t>
            </a:r>
            <a:endParaRPr lang="en-US" sz="1800" dirty="0"/>
          </a:p>
        </p:txBody>
      </p:sp>
      <p:pic>
        <p:nvPicPr>
          <p:cNvPr id="5" name="Image 0" descr="arrow-right">    </p:cNvPr>
          <p:cNvPicPr>
            <a:picLocks noChangeAspect="1"/>
          </p:cNvPicPr>
          <p:nvPr/>
        </p:nvPicPr>
        <p:blipFill>
          <a:blip r:embed="rId1"/>
          <a:srcRect l="-17" r="-17" t="0" b="0"/>
          <a:stretch/>
        </p:blipFill>
        <p:spPr>
          <a:xfrm>
            <a:off x="4419630" y="3226490"/>
            <a:ext cx="507967" cy="1777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86286" y="2686701"/>
            <a:ext cx="2019257" cy="1257219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87368" y="3052414"/>
            <a:ext cx="667891" cy="309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7A1F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46862" y="3400304"/>
            <a:ext cx="1148817" cy="20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A1F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honest-but-curious</a:t>
            </a:r>
            <a:endParaRPr lang="en-US" sz="1000" dirty="0"/>
          </a:p>
        </p:txBody>
      </p:sp>
      <p:pic>
        <p:nvPicPr>
          <p:cNvPr id="9" name="Image 1" descr="arrow-left">    </p:cNvPr>
          <p:cNvPicPr>
            <a:picLocks noChangeAspect="1"/>
          </p:cNvPicPr>
          <p:nvPr/>
        </p:nvPicPr>
        <p:blipFill>
          <a:blip r:embed="rId2"/>
          <a:srcRect l="-17" r="-17" t="0" b="0"/>
          <a:stretch/>
        </p:blipFill>
        <p:spPr>
          <a:xfrm>
            <a:off x="7264230" y="3226490"/>
            <a:ext cx="507967" cy="1777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930886" y="2686701"/>
            <a:ext cx="2019257" cy="1257219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2F5A7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28404" y="3155277"/>
            <a:ext cx="675021" cy="34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4234" y="5379830"/>
            <a:ext cx="10883447" cy="487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JSON message per TCP connection. attacker_proxy.py sits in the middle in our live demo — flipping bytes, tampering metadata, replaying requests, and swapping keys.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6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Key hierarchy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06" y="1457170"/>
            <a:ext cx="5175318" cy="3965222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889" y="1688154"/>
            <a:ext cx="4854751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the password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6889" y="2018308"/>
            <a:ext cx="4854751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Argon2id(password, salt) becomes master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6889" y="2348458"/>
            <a:ext cx="4854751" cy="482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HMAC-SHA256 splits master into auth_key (login only) and kek (unlocks identity keys only)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00691" y="1457170"/>
            <a:ext cx="5175318" cy="3965222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1675" y="1688154"/>
            <a:ext cx="4854751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 of the password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31675" y="2018308"/>
            <a:ext cx="4854751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signing_key and exchange_key, generated once at signup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31675" y="2348458"/>
            <a:ext cx="4854751" cy="482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fresh document key per upload, a fresh ephemeral keypair per share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731" y="5628683"/>
            <a:ext cx="10883447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single value ever does two jobs — a leaked auth_key still can't decrypt a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29"/>
            <a:ext cx="10883447" cy="46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Protecting passwords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31" y="1453995"/>
            <a:ext cx="10883447" cy="292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Argon2id — memory-hard, so a GPU's parallelism doesn't help the way it does against a bare hash.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731" y="1923790"/>
            <a:ext cx="3420564" cy="1150448"/>
          </a:xfrm>
          <a:prstGeom prst="roundRect">
            <a:avLst>
              <a:gd name="adj" fmla="val 8831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914399" y="2126906"/>
            <a:ext cx="1268026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180 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7894" y="2675567"/>
            <a:ext cx="1802743" cy="22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guess (t=2, m=128 MiB)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5632" y="1923790"/>
            <a:ext cx="3420651" cy="1150448"/>
          </a:xfrm>
          <a:prstGeom prst="roundRect">
            <a:avLst>
              <a:gd name="adj" fmla="val 883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5215666" y="2126906"/>
            <a:ext cx="1813400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~1,250 yrs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9602" y="2675567"/>
            <a:ext cx="2567491" cy="22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brute-force one account, 1,000 cores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8620" y="1923790"/>
            <a:ext cx="3420564" cy="1150448"/>
          </a:xfrm>
          <a:prstGeom prst="roundRect">
            <a:avLst>
              <a:gd name="adj" fmla="val 8831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8995511" y="2126906"/>
            <a:ext cx="1397496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~30 min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663532" y="2675567"/>
            <a:ext cx="2071063" cy="22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top-10,000 common passwords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731" y="3277357"/>
            <a:ext cx="10883447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 live against our own Argon2id call, not assumed — benchmark_argon2.py.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6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Protecting documents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31" y="1428604"/>
            <a:ext cx="10883447" cy="878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AES-256-GCM, written by us — encrypt-then-MAC order, tag checked before any plaintext is released</a:t>
            </a:r>
            <a:endParaRPr lang="en-US" sz="1400" dirty="0"/>
          </a:p>
          <a:p>
            <a:pPr algn="l" marL="213360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fresh file key per document, wrapped separately for every person with access</a:t>
            </a:r>
            <a:endParaRPr lang="en-US" sz="1400" dirty="0"/>
          </a:p>
          <a:p>
            <a:pPr algn="l" marL="213360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GCM key is used exactly once — but we still draw the nonce randomly, as a second line of defense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06" y="2463019"/>
            <a:ext cx="5200708" cy="753862"/>
          </a:xfrm>
          <a:prstGeom prst="roundRect">
            <a:avLst>
              <a:gd name="adj" fmla="val 13056"/>
            </a:avLst>
          </a:prstGeom>
          <a:solidFill>
            <a:srgbClr val="FDEDED"/>
          </a:solidFill>
          <a:ln w="6350">
            <a:solidFill>
              <a:srgbClr val="E8B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023" y="2643138"/>
            <a:ext cx="4985687" cy="223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7A1F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Weak build: repeated nonce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6023" y="2841210"/>
            <a:ext cx="4985687" cy="22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A1F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Recovers a full document — no key needed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5301" y="2463019"/>
            <a:ext cx="5200708" cy="753862"/>
          </a:xfrm>
          <a:prstGeom prst="roundRect">
            <a:avLst>
              <a:gd name="adj" fmla="val 13056"/>
            </a:avLst>
          </a:prstGeom>
          <a:solidFill>
            <a:srgbClr val="EAF3EC"/>
          </a:solidFill>
          <a:ln w="6350">
            <a:solidFill>
              <a:srgbClr val="B9D6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419" y="2643138"/>
            <a:ext cx="4985687" cy="223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45C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build: random nonce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419" y="2841210"/>
            <a:ext cx="4985687" cy="22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45C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attack recovers nothing — weak_build_demo.py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6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Public-key cryptography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31" y="1428604"/>
            <a:ext cx="10883447" cy="292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ECDH to send a document key to another user. ECDSA to prove who wrote a document. Both on curve P-256.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06" y="1876186"/>
            <a:ext cx="5200708" cy="1106970"/>
          </a:xfrm>
          <a:prstGeom prst="roundRect">
            <a:avLst>
              <a:gd name="adj" fmla="val 8891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413" y="2081693"/>
            <a:ext cx="4933384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entirely from scratch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1413" y="2358544"/>
            <a:ext cx="4933384" cy="444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 arithmetic, ECDSA, ECDH, HKDF — verified against NIST vectors and cross-checked against a reference library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5301" y="1876186"/>
            <a:ext cx="5200708" cy="1106970"/>
          </a:xfrm>
          <a:prstGeom prst="roundRect">
            <a:avLst>
              <a:gd name="adj" fmla="val 8891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0809" y="2081693"/>
            <a:ext cx="4933384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one risk we controlled for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80809" y="2358544"/>
            <a:ext cx="4933384" cy="444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reused signing nonce leaks the key outright — this broke the PS3. We derive it deterministically (RFC 6979)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2731" y="3164058"/>
            <a:ext cx="10883447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17x faster key agreement and 19x faster signing than RSA/DH at the same security level.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6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Trusting a public key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31" y="1453995"/>
            <a:ext cx="10883447" cy="55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the server hands out its own key instead of the real one, it becomes the attacker. We don't run a CA — the server is the thing we don't trust.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06" y="2193646"/>
            <a:ext cx="3109451" cy="769166"/>
          </a:xfrm>
          <a:prstGeom prst="roundRect">
            <a:avLst>
              <a:gd name="adj" fmla="val 12796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4785" y="2373765"/>
            <a:ext cx="2831692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contact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4785" y="2587141"/>
            <a:ext cx="2831692" cy="22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saved as UNVERIFIED</a:t>
            </a:r>
            <a:endParaRPr lang="en-US" sz="11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-12" r="-12" t="0" b="0"/>
          <a:stretch/>
        </p:blipFill>
        <p:spPr>
          <a:xfrm>
            <a:off x="4055480" y="2514712"/>
            <a:ext cx="355542" cy="1269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41145" y="2193646"/>
            <a:ext cx="3109537" cy="769166"/>
          </a:xfrm>
          <a:prstGeom prst="roundRect">
            <a:avLst>
              <a:gd name="adj" fmla="val 12796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80023" y="2373765"/>
            <a:ext cx="2831781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Out-of-band check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80023" y="2587141"/>
            <a:ext cx="2831781" cy="22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Fingerprint compared in person or by call</a:t>
            </a:r>
            <a:endParaRPr lang="en-US" sz="11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-12" r="-12" t="0" b="0"/>
          <a:stretch/>
        </p:blipFill>
        <p:spPr>
          <a:xfrm>
            <a:off x="7780806" y="2514712"/>
            <a:ext cx="355542" cy="1269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66472" y="2193646"/>
            <a:ext cx="3109537" cy="769166"/>
          </a:xfrm>
          <a:prstGeom prst="roundRect">
            <a:avLst>
              <a:gd name="adj" fmla="val 12796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05350" y="2373765"/>
            <a:ext cx="2831781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VERIFIED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405350" y="2587141"/>
            <a:ext cx="2831781" cy="22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later key change is blocked, no override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12731" y="3169103"/>
            <a:ext cx="10883447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Weak spot, honestly stated: a key swapped on the very first contact goes unnoticed if nobody compares.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26"/>
            <a:ext cx="10883447" cy="46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Security properties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860" y="1439731"/>
          <a:ext cx="10555324" cy="2435322"/>
        </p:xfrm>
        <a:graphic>
          <a:graphicData uri="http://schemas.openxmlformats.org/drawingml/2006/table">
            <a:tbl>
              <a:tblPr/>
              <a:tblGrid>
                <a:gridCol w="2955491"/>
                <a:gridCol w="7599833"/>
              </a:tblGrid>
              <a:tr h="304415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Property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Mechanism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04415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Confidentiality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AES-256-GCM under a per-document key, never reused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415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Integrity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GCM tag checked before any plaintext is released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04415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Data-origin authentication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ECDSA signature verified against a fingerprint-checked key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415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Non-repudiation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signature, not a MAC — only the owner's key could sign it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04415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Credential protection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Argon2id; the server never stores anything password-equivalent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415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Freshness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Every accepted request nonce is remembered and never reused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04415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Metadata binding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doc_id, filename, owner, timestamp are the AAD and are signed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6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Live demo checklist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31" y="1403214"/>
            <a:ext cx="5363269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Two users register and log 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172126" y="1403214"/>
            <a:ext cx="5363269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Stored credentials reveal nothing useful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731" y="1768928"/>
            <a:ext cx="5363269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Uploaded document is unreadable on the server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126" y="1768928"/>
            <a:ext cx="5363269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Shared document downloads and opens for the recipient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731" y="2134648"/>
            <a:ext cx="5363269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 Recipient's client states who signed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126" y="2134648"/>
            <a:ext cx="5363269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 A flipped ciphertext byte is cleanly rejected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731" y="2500362"/>
            <a:ext cx="5363269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7. A tampered metadata field is cleanly rejected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126" y="2500362"/>
            <a:ext cx="5363269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8. A replayed request is rejected as stale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731" y="2866076"/>
            <a:ext cx="5363269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9. Every self-implemented primitive is verified live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6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Attacks we ran against ourselves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31" y="1428607"/>
            <a:ext cx="10883447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attacker_proxy.py — a separate program sitting between client and server: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5906" y="1840626"/>
            <a:ext cx="5213403" cy="700648"/>
          </a:xfrm>
          <a:prstGeom prst="roundRect">
            <a:avLst>
              <a:gd name="adj" fmla="val 12235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633" y="1995351"/>
            <a:ext cx="5051065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Flip a ciphertext byte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0633" y="2208727"/>
            <a:ext cx="5051065" cy="20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Rejected before decryption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62607" y="1840626"/>
            <a:ext cx="5213403" cy="700648"/>
          </a:xfrm>
          <a:prstGeom prst="roundRect">
            <a:avLst>
              <a:gd name="adj" fmla="val 12235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17335" y="1995351"/>
            <a:ext cx="5051065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Tamper with metadata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7335" y="2208727"/>
            <a:ext cx="5051065" cy="20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Signature check fails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5906" y="2674572"/>
            <a:ext cx="5213403" cy="700648"/>
          </a:xfrm>
          <a:prstGeom prst="roundRect">
            <a:avLst>
              <a:gd name="adj" fmla="val 12235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0633" y="2829297"/>
            <a:ext cx="5051065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Substitute a public key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0633" y="3042673"/>
            <a:ext cx="5051065" cy="20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TOFU catches the change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2607" y="2674572"/>
            <a:ext cx="5213403" cy="700648"/>
          </a:xfrm>
          <a:prstGeom prst="roundRect">
            <a:avLst>
              <a:gd name="adj" fmla="val 12235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7335" y="2829297"/>
            <a:ext cx="5051065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Replay a captured request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17335" y="3042673"/>
            <a:ext cx="5051065" cy="20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Rejected as a reused nonce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63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Limitations, stated honestly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31" y="1403220"/>
            <a:ext cx="10883447" cy="1610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passwords still fall in about 30 minutes per account</a:t>
            </a:r>
            <a:endParaRPr lang="en-US" sz="1300" dirty="0"/>
          </a:p>
          <a:p>
            <a:pPr algn="l" marL="198120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key swapped on the very first contact goes unnoticed if nobody compares fingerprints</a:t>
            </a:r>
            <a:endParaRPr lang="en-US" sz="1300" dirty="0"/>
          </a:p>
          <a:p>
            <a:pPr algn="l" marL="198120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forgotten password means the files are unrecoverable, by design</a:t>
            </a:r>
            <a:endParaRPr lang="en-US" sz="1300" dirty="0"/>
          </a:p>
          <a:p>
            <a:pPr algn="l" marL="198120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forward secrecy: a stolen exchange key opens old shares too</a:t>
            </a:r>
            <a:endParaRPr lang="en-US" sz="1300" dirty="0"/>
          </a:p>
          <a:p>
            <a:pPr algn="l" marL="198120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isn't constant-time by construction</a:t>
            </a:r>
            <a:endParaRPr lang="en-US" sz="1300" dirty="0"/>
          </a:p>
          <a:p>
            <a:pPr algn="l" marL="198120" indent="-1686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quantum computer breaks the elliptic-curve math entirely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2482881"/>
            <a:ext cx="1088344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BFBF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Also included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731" y="3069543"/>
            <a:ext cx="10883447" cy="594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D7E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graphical client (Tkinter) — blocking dialogs for fingerprint checks and security failures</a:t>
            </a:r>
            <a:endParaRPr lang="en-US" sz="1400" dirty="0"/>
          </a:p>
          <a:p>
            <a:pPr algn="l" marL="213360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D7E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92 automated tests, cross-checked against a reference cryptography library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731" y="3816276"/>
            <a:ext cx="10883447" cy="58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BFBF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Questions?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SecureVault Presentation</dc:title>
  <dc:subject>PptxGenJS Presentation</dc:subject>
  <dc:creator>PptxGenJS</dc:creator>
  <cp:lastModifiedBy>PptxGenJS</cp:lastModifiedBy>
  <cp:revision>1</cp:revision>
  <dcterms:created xsi:type="dcterms:W3CDTF">2026-09-27T14:10:33Z</dcterms:created>
  <dcterms:modified xsi:type="dcterms:W3CDTF">2026-09-27T14:10:33Z</dcterms:modified>
</cp:coreProperties>
</file>